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Montserrat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6542CA-C6C0-46E8-AC23-5A9FC3C85B52}">
  <a:tblStyle styleId="{856542CA-C6C0-46E8-AC23-5A9FC3C85B5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11" Type="http://schemas.openxmlformats.org/officeDocument/2006/relationships/image" Target="../media/image11.gif"/><Relationship Id="rId10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11" Type="http://schemas.openxmlformats.org/officeDocument/2006/relationships/image" Target="../media/image6.png"/><Relationship Id="rId10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0.png"/><Relationship Id="rId13" Type="http://schemas.openxmlformats.org/officeDocument/2006/relationships/image" Target="../media/image37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7" Type="http://schemas.openxmlformats.org/officeDocument/2006/relationships/image" Target="../media/image41.png"/><Relationship Id="rId16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7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3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3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40.gif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1346953" y="7048669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13990034" y="-824527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4565472" y="2264750"/>
            <a:ext cx="9157056" cy="5757499"/>
          </a:xfrm>
          <a:custGeom>
            <a:rect b="b" l="l" r="r" t="t"/>
            <a:pathLst>
              <a:path extrusionOk="0" h="5757499" w="9157056">
                <a:moveTo>
                  <a:pt x="0" y="0"/>
                </a:moveTo>
                <a:lnTo>
                  <a:pt x="9157056" y="0"/>
                </a:lnTo>
                <a:lnTo>
                  <a:pt x="9157056" y="5757500"/>
                </a:lnTo>
                <a:lnTo>
                  <a:pt x="0" y="5757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94" name="Google Shape;94;p14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13522832" y="-1510135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4"/>
          <p:cNvSpPr/>
          <p:nvPr/>
        </p:nvSpPr>
        <p:spPr>
          <a:xfrm>
            <a:off x="3143538" y="3894287"/>
            <a:ext cx="3367406" cy="558320"/>
          </a:xfrm>
          <a:custGeom>
            <a:rect b="b" l="l" r="r" t="t"/>
            <a:pathLst>
              <a:path extrusionOk="0" h="558320" w="3367406">
                <a:moveTo>
                  <a:pt x="0" y="0"/>
                </a:moveTo>
                <a:lnTo>
                  <a:pt x="3367405" y="0"/>
                </a:lnTo>
                <a:lnTo>
                  <a:pt x="3367405" y="558320"/>
                </a:lnTo>
                <a:lnTo>
                  <a:pt x="0" y="55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73" l="0" r="0" t="-2772"/>
            </a:stretch>
          </a:blipFill>
          <a:ln>
            <a:noFill/>
          </a:ln>
        </p:spPr>
      </p:sp>
      <p:sp>
        <p:nvSpPr>
          <p:cNvPr id="97" name="Google Shape;97;p14"/>
          <p:cNvSpPr txBox="1"/>
          <p:nvPr/>
        </p:nvSpPr>
        <p:spPr>
          <a:xfrm>
            <a:off x="3790021" y="3642963"/>
            <a:ext cx="2551641" cy="441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Matías Soto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4"/>
          <p:cNvSpPr/>
          <p:nvPr/>
        </p:nvSpPr>
        <p:spPr>
          <a:xfrm>
            <a:off x="2566753" y="6995190"/>
            <a:ext cx="4836963" cy="846468"/>
          </a:xfrm>
          <a:custGeom>
            <a:rect b="b" l="l" r="r" t="t"/>
            <a:pathLst>
              <a:path extrusionOk="0" h="846468" w="4836963">
                <a:moveTo>
                  <a:pt x="0" y="0"/>
                </a:moveTo>
                <a:lnTo>
                  <a:pt x="4836963" y="0"/>
                </a:lnTo>
                <a:lnTo>
                  <a:pt x="4836963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4"/>
          <p:cNvSpPr txBox="1"/>
          <p:nvPr/>
        </p:nvSpPr>
        <p:spPr>
          <a:xfrm>
            <a:off x="3403141" y="6788385"/>
            <a:ext cx="4161789" cy="441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Francisco Valdivia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 txBox="1"/>
          <p:nvPr/>
        </p:nvSpPr>
        <p:spPr>
          <a:xfrm>
            <a:off x="8818390" y="3550856"/>
            <a:ext cx="727378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E1F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Coordinador de Proyecto TI</a:t>
            </a:r>
            <a:endParaRPr/>
          </a:p>
          <a:p>
            <a:pPr indent="-215900" lvl="1" marL="431801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E1F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Desarrollador Backend </a:t>
            </a:r>
            <a:endParaRPr/>
          </a:p>
          <a:p>
            <a:pPr indent="0" lvl="0" marL="0" marR="0" rtl="0" algn="l">
              <a:lnSpc>
                <a:spcPct val="162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4E1F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0" y="6696278"/>
            <a:ext cx="380749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E1F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Desarrollador Front end</a:t>
            </a:r>
            <a:endParaRPr/>
          </a:p>
          <a:p>
            <a:pPr indent="-215900" lvl="1" marL="431801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E1F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BBDD</a:t>
            </a:r>
            <a:endParaRPr/>
          </a:p>
          <a:p>
            <a:pPr indent="0" lvl="0" marL="0" marR="0" rtl="0" algn="l">
              <a:lnSpc>
                <a:spcPct val="162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4E1F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280786" y="942975"/>
            <a:ext cx="4214104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FDF7FA"/>
                </a:solidFill>
                <a:latin typeface="Ultra"/>
                <a:ea typeface="Ultra"/>
                <a:cs typeface="Ultra"/>
                <a:sym typeface="Ultra"/>
              </a:rPr>
              <a:t>Integrantes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1112518" y="4633654"/>
            <a:ext cx="867709" cy="852524"/>
          </a:xfrm>
          <a:custGeom>
            <a:rect b="b" l="l" r="r" t="t"/>
            <a:pathLst>
              <a:path extrusionOk="0" h="852524" w="867709">
                <a:moveTo>
                  <a:pt x="0" y="0"/>
                </a:moveTo>
                <a:lnTo>
                  <a:pt x="867709" y="0"/>
                </a:lnTo>
                <a:lnTo>
                  <a:pt x="867709" y="852524"/>
                </a:lnTo>
                <a:lnTo>
                  <a:pt x="0" y="852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>
            <a:off x="1207222" y="5824910"/>
            <a:ext cx="730332" cy="730332"/>
          </a:xfrm>
          <a:custGeom>
            <a:rect b="b" l="l" r="r" t="t"/>
            <a:pathLst>
              <a:path extrusionOk="0" h="730332" w="730332">
                <a:moveTo>
                  <a:pt x="0" y="0"/>
                </a:moveTo>
                <a:lnTo>
                  <a:pt x="730332" y="0"/>
                </a:lnTo>
                <a:lnTo>
                  <a:pt x="730332" y="730332"/>
                </a:lnTo>
                <a:lnTo>
                  <a:pt x="0" y="730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/>
          <p:nvPr/>
        </p:nvSpPr>
        <p:spPr>
          <a:xfrm>
            <a:off x="1207222" y="6898142"/>
            <a:ext cx="669677" cy="669677"/>
          </a:xfrm>
          <a:custGeom>
            <a:rect b="b" l="l" r="r" t="t"/>
            <a:pathLst>
              <a:path extrusionOk="0" h="669677" w="669677">
                <a:moveTo>
                  <a:pt x="0" y="0"/>
                </a:moveTo>
                <a:lnTo>
                  <a:pt x="669677" y="0"/>
                </a:lnTo>
                <a:lnTo>
                  <a:pt x="669677" y="669677"/>
                </a:lnTo>
                <a:lnTo>
                  <a:pt x="0" y="669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5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9443693" y="3691635"/>
            <a:ext cx="1817262" cy="2024805"/>
          </a:xfrm>
          <a:custGeom>
            <a:rect b="b" l="l" r="r" t="t"/>
            <a:pathLst>
              <a:path extrusionOk="0" h="2024805" w="1817262">
                <a:moveTo>
                  <a:pt x="0" y="0"/>
                </a:moveTo>
                <a:lnTo>
                  <a:pt x="1817262" y="0"/>
                </a:lnTo>
                <a:lnTo>
                  <a:pt x="1817262" y="2024805"/>
                </a:lnTo>
                <a:lnTo>
                  <a:pt x="0" y="2024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8" name="Google Shape;11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98308" y="4391249"/>
            <a:ext cx="1390172" cy="62557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2397558" y="2115573"/>
            <a:ext cx="3140349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EA0000"/>
                </a:solidFill>
                <a:latin typeface="Ultra"/>
                <a:ea typeface="Ultra"/>
                <a:cs typeface="Ultra"/>
                <a:sym typeface="Ultra"/>
              </a:rPr>
              <a:t>Problema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0" y="6171026"/>
            <a:ext cx="7298788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Nuestra propuesta frente a este problema fue crear una plataforma que permitiera a los usuarios del área gestionar con mayor facilidad los activos de la empresa (gestionados por dpto. TI) creando asignaciones a estos recursos electrónicos mediante un QR. 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182072" y="3913593"/>
            <a:ext cx="4938531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Perdida de Activos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182072" y="4874913"/>
            <a:ext cx="4938531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Falta de Control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182072" y="5980959"/>
            <a:ext cx="549761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Desconocimiento de Ubicación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2182072" y="7014108"/>
            <a:ext cx="549761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Ausencia de Inventario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4E1F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043051" y="2115573"/>
            <a:ext cx="2939634" cy="8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3" u="none" cap="none" strike="noStrike">
                <a:solidFill>
                  <a:srgbClr val="00BF63"/>
                </a:solidFill>
                <a:latin typeface="Ultra"/>
                <a:ea typeface="Ultra"/>
                <a:cs typeface="Ultra"/>
                <a:sym typeface="Ultra"/>
              </a:rPr>
              <a:t>Solución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31" name="Google Shape;131;p16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6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6"/>
          <p:cNvSpPr txBox="1"/>
          <p:nvPr/>
        </p:nvSpPr>
        <p:spPr>
          <a:xfrm>
            <a:off x="713630" y="2970516"/>
            <a:ext cx="1310174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gestionar y controlar los activos de la empresa. Además de amortiguar perdidas económicas.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53617" y="1955956"/>
            <a:ext cx="707705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6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6"/>
          <p:cNvSpPr txBox="1"/>
          <p:nvPr/>
        </p:nvSpPr>
        <p:spPr>
          <a:xfrm>
            <a:off x="453617" y="4815118"/>
            <a:ext cx="8262298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3617" y="5827943"/>
            <a:ext cx="16545670" cy="177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Agregar activos tecnológicos a la plataforma mediante escaneo QR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Realizar asignaciones en sistema de los equipos arrendados a otras áreas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Llevar control de los equipos y amortiguar perdidas económicas para la empresa</a:t>
            </a:r>
            <a:endParaRPr/>
          </a:p>
          <a:p>
            <a:pPr indent="0" lvl="0" marL="0" marR="0" rtl="0" algn="just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44" name="Google Shape;144;p17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7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7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7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7"/>
          <p:cNvSpPr/>
          <p:nvPr/>
        </p:nvSpPr>
        <p:spPr>
          <a:xfrm>
            <a:off x="6202084" y="7110275"/>
            <a:ext cx="1598874" cy="1598874"/>
          </a:xfrm>
          <a:custGeom>
            <a:rect b="b" l="l" r="r" t="t"/>
            <a:pathLst>
              <a:path extrusionOk="0" h="1598874" w="1598874">
                <a:moveTo>
                  <a:pt x="0" y="0"/>
                </a:moveTo>
                <a:lnTo>
                  <a:pt x="1598874" y="0"/>
                </a:lnTo>
                <a:lnTo>
                  <a:pt x="1598874" y="1598873"/>
                </a:lnTo>
                <a:lnTo>
                  <a:pt x="0" y="1598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7"/>
          <p:cNvSpPr/>
          <p:nvPr/>
        </p:nvSpPr>
        <p:spPr>
          <a:xfrm>
            <a:off x="8848546" y="7117143"/>
            <a:ext cx="2260427" cy="1457975"/>
          </a:xfrm>
          <a:custGeom>
            <a:rect b="b" l="l" r="r" t="t"/>
            <a:pathLst>
              <a:path extrusionOk="0" h="1457975" w="2260427">
                <a:moveTo>
                  <a:pt x="0" y="0"/>
                </a:moveTo>
                <a:lnTo>
                  <a:pt x="2260427" y="0"/>
                </a:lnTo>
                <a:lnTo>
                  <a:pt x="2260427" y="1457975"/>
                </a:lnTo>
                <a:lnTo>
                  <a:pt x="0" y="1457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7"/>
          <p:cNvSpPr/>
          <p:nvPr/>
        </p:nvSpPr>
        <p:spPr>
          <a:xfrm>
            <a:off x="11868705" y="6983112"/>
            <a:ext cx="1585795" cy="1726036"/>
          </a:xfrm>
          <a:custGeom>
            <a:rect b="b" l="l" r="r" t="t"/>
            <a:pathLst>
              <a:path extrusionOk="0" h="1726036" w="1585795">
                <a:moveTo>
                  <a:pt x="0" y="0"/>
                </a:moveTo>
                <a:lnTo>
                  <a:pt x="1585796" y="0"/>
                </a:lnTo>
                <a:lnTo>
                  <a:pt x="1585796" y="1726036"/>
                </a:lnTo>
                <a:lnTo>
                  <a:pt x="0" y="172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7"/>
          <p:cNvSpPr/>
          <p:nvPr/>
        </p:nvSpPr>
        <p:spPr>
          <a:xfrm>
            <a:off x="6054283" y="7652423"/>
            <a:ext cx="741029" cy="1056726"/>
          </a:xfrm>
          <a:custGeom>
            <a:rect b="b" l="l" r="r" t="t"/>
            <a:pathLst>
              <a:path extrusionOk="0" h="1056726" w="741029">
                <a:moveTo>
                  <a:pt x="0" y="0"/>
                </a:moveTo>
                <a:lnTo>
                  <a:pt x="741029" y="0"/>
                </a:lnTo>
                <a:lnTo>
                  <a:pt x="741029" y="1056725"/>
                </a:lnTo>
                <a:lnTo>
                  <a:pt x="0" y="1056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7"/>
          <p:cNvSpPr/>
          <p:nvPr/>
        </p:nvSpPr>
        <p:spPr>
          <a:xfrm>
            <a:off x="11514926" y="6719520"/>
            <a:ext cx="2293354" cy="2253220"/>
          </a:xfrm>
          <a:custGeom>
            <a:rect b="b" l="l" r="r" t="t"/>
            <a:pathLst>
              <a:path extrusionOk="0" h="2253220" w="2293354">
                <a:moveTo>
                  <a:pt x="0" y="0"/>
                </a:moveTo>
                <a:lnTo>
                  <a:pt x="2293354" y="0"/>
                </a:lnTo>
                <a:lnTo>
                  <a:pt x="2293354" y="2253221"/>
                </a:lnTo>
                <a:lnTo>
                  <a:pt x="0" y="2253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2408639" y="973542"/>
            <a:ext cx="3794875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Alcances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13630" y="1981489"/>
            <a:ext cx="165456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 sobre los equipos (activos) dentro de la empresa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Soporte para realizar consultas sobre los estados de los equipos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Escaneo de codigos QR para cada activo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2408639" y="5129693"/>
            <a:ext cx="4728918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Limitaciones :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grpSp>
        <p:nvGrpSpPr>
          <p:cNvPr id="161" name="Google Shape;161;p18"/>
          <p:cNvGrpSpPr/>
          <p:nvPr/>
        </p:nvGrpSpPr>
        <p:grpSpPr>
          <a:xfrm>
            <a:off x="755790" y="3506493"/>
            <a:ext cx="16776420" cy="729870"/>
            <a:chOff x="0" y="-38100"/>
            <a:chExt cx="10217043" cy="4445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8"/>
          <p:cNvSpPr/>
          <p:nvPr/>
        </p:nvSpPr>
        <p:spPr>
          <a:xfrm>
            <a:off x="13982685" y="-221796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8"/>
          <p:cNvSpPr/>
          <p:nvPr/>
        </p:nvSpPr>
        <p:spPr>
          <a:xfrm>
            <a:off x="367372" y="2545773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4" y="0"/>
                </a:lnTo>
                <a:lnTo>
                  <a:pt x="4486604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8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8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8"/>
          <p:cNvSpPr txBox="1"/>
          <p:nvPr/>
        </p:nvSpPr>
        <p:spPr>
          <a:xfrm>
            <a:off x="4306077" y="913432"/>
            <a:ext cx="8282767" cy="162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Metodología Tradicional 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(Cascada)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437352" y="3674093"/>
            <a:ext cx="13312066" cy="428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Tiempo</a:t>
            </a:r>
            <a:endParaRPr/>
          </a:p>
        </p:txBody>
      </p:sp>
      <p:grpSp>
        <p:nvGrpSpPr>
          <p:cNvPr id="171" name="Google Shape;171;p18"/>
          <p:cNvGrpSpPr/>
          <p:nvPr/>
        </p:nvGrpSpPr>
        <p:grpSpPr>
          <a:xfrm>
            <a:off x="755790" y="4848080"/>
            <a:ext cx="16776420" cy="729870"/>
            <a:chOff x="0" y="-38100"/>
            <a:chExt cx="10217043" cy="444500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8"/>
          <p:cNvSpPr/>
          <p:nvPr/>
        </p:nvSpPr>
        <p:spPr>
          <a:xfrm>
            <a:off x="367372" y="4020709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4" y="0"/>
                </a:lnTo>
                <a:lnTo>
                  <a:pt x="4486604" y="785156"/>
                </a:lnTo>
                <a:lnTo>
                  <a:pt x="0" y="785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8"/>
          <p:cNvSpPr txBox="1"/>
          <p:nvPr/>
        </p:nvSpPr>
        <p:spPr>
          <a:xfrm>
            <a:off x="1437352" y="5015680"/>
            <a:ext cx="13312066" cy="428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</a:t>
            </a:r>
            <a:endParaRPr/>
          </a:p>
        </p:txBody>
      </p:sp>
      <p:grpSp>
        <p:nvGrpSpPr>
          <p:cNvPr id="176" name="Google Shape;176;p18"/>
          <p:cNvGrpSpPr/>
          <p:nvPr/>
        </p:nvGrpSpPr>
        <p:grpSpPr>
          <a:xfrm>
            <a:off x="755790" y="6139714"/>
            <a:ext cx="16776420" cy="729870"/>
            <a:chOff x="0" y="-38100"/>
            <a:chExt cx="10217043" cy="444500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8"/>
          <p:cNvSpPr/>
          <p:nvPr/>
        </p:nvSpPr>
        <p:spPr>
          <a:xfrm>
            <a:off x="573355" y="5550733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8"/>
          <p:cNvSpPr txBox="1"/>
          <p:nvPr/>
        </p:nvSpPr>
        <p:spPr>
          <a:xfrm>
            <a:off x="1437352" y="6307313"/>
            <a:ext cx="13312066" cy="428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Roles bien definidos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67372" y="6974359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4" y="0"/>
                </a:lnTo>
                <a:lnTo>
                  <a:pt x="4486604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187" name="Google Shape;187;p19"/>
          <p:cNvSpPr/>
          <p:nvPr/>
        </p:nvSpPr>
        <p:spPr>
          <a:xfrm>
            <a:off x="14203239" y="6699383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9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9"/>
          <p:cNvSpPr/>
          <p:nvPr/>
        </p:nvSpPr>
        <p:spPr>
          <a:xfrm>
            <a:off x="15257155" y="0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9"/>
          <p:cNvSpPr/>
          <p:nvPr/>
        </p:nvSpPr>
        <p:spPr>
          <a:xfrm>
            <a:off x="1112518" y="2740368"/>
            <a:ext cx="15784596" cy="5524608"/>
          </a:xfrm>
          <a:custGeom>
            <a:rect b="b" l="l" r="r" t="t"/>
            <a:pathLst>
              <a:path extrusionOk="0" h="5524608" w="15784596">
                <a:moveTo>
                  <a:pt x="0" y="0"/>
                </a:moveTo>
                <a:lnTo>
                  <a:pt x="15784596" y="0"/>
                </a:lnTo>
                <a:lnTo>
                  <a:pt x="15784596" y="5524608"/>
                </a:lnTo>
                <a:lnTo>
                  <a:pt x="0" y="5524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" name="Google Shape;192;p19"/>
          <p:cNvGrpSpPr/>
          <p:nvPr/>
        </p:nvGrpSpPr>
        <p:grpSpPr>
          <a:xfrm>
            <a:off x="9645614" y="3464759"/>
            <a:ext cx="685530" cy="229635"/>
            <a:chOff x="0" y="-19050"/>
            <a:chExt cx="442646" cy="148275"/>
          </a:xfrm>
        </p:grpSpPr>
        <p:sp>
          <p:nvSpPr>
            <p:cNvPr id="193" name="Google Shape;193;p19"/>
            <p:cNvSpPr/>
            <p:nvPr/>
          </p:nvSpPr>
          <p:spPr>
            <a:xfrm>
              <a:off x="0" y="0"/>
              <a:ext cx="442646" cy="129225"/>
            </a:xfrm>
            <a:custGeom>
              <a:rect b="b" l="l" r="r" t="t"/>
              <a:pathLst>
                <a:path extrusionOk="0" h="129225" w="442646">
                  <a:moveTo>
                    <a:pt x="239446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239446" y="129225"/>
                  </a:lnTo>
                  <a:lnTo>
                    <a:pt x="442646" y="64612"/>
                  </a:lnTo>
                  <a:lnTo>
                    <a:pt x="239446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194" name="Google Shape;194;p19"/>
            <p:cNvSpPr txBox="1"/>
            <p:nvPr/>
          </p:nvSpPr>
          <p:spPr>
            <a:xfrm>
              <a:off x="0" y="-19050"/>
              <a:ext cx="328346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9"/>
          <p:cNvSpPr txBox="1"/>
          <p:nvPr/>
        </p:nvSpPr>
        <p:spPr>
          <a:xfrm>
            <a:off x="2225037" y="1379942"/>
            <a:ext cx="7077050" cy="41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Cronograma de Desarrollo</a:t>
            </a:r>
            <a:endParaRPr/>
          </a:p>
        </p:txBody>
      </p:sp>
      <p:grpSp>
        <p:nvGrpSpPr>
          <p:cNvPr id="196" name="Google Shape;196;p19"/>
          <p:cNvGrpSpPr/>
          <p:nvPr/>
        </p:nvGrpSpPr>
        <p:grpSpPr>
          <a:xfrm>
            <a:off x="9645614" y="3780431"/>
            <a:ext cx="936484" cy="229635"/>
            <a:chOff x="0" y="-19050"/>
            <a:chExt cx="604687" cy="148275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604687" cy="129225"/>
            </a:xfrm>
            <a:custGeom>
              <a:rect b="b" l="l" r="r" t="t"/>
              <a:pathLst>
                <a:path extrusionOk="0" h="129225" w="604687">
                  <a:moveTo>
                    <a:pt x="401487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401487" y="129225"/>
                  </a:lnTo>
                  <a:lnTo>
                    <a:pt x="604687" y="64612"/>
                  </a:lnTo>
                  <a:lnTo>
                    <a:pt x="401487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198" name="Google Shape;198;p19"/>
            <p:cNvSpPr txBox="1"/>
            <p:nvPr/>
          </p:nvSpPr>
          <p:spPr>
            <a:xfrm>
              <a:off x="0" y="-19050"/>
              <a:ext cx="490387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9"/>
          <p:cNvGrpSpPr/>
          <p:nvPr/>
        </p:nvGrpSpPr>
        <p:grpSpPr>
          <a:xfrm>
            <a:off x="9645614" y="4094862"/>
            <a:ext cx="1371061" cy="229635"/>
            <a:chOff x="0" y="-19050"/>
            <a:chExt cx="885293" cy="148275"/>
          </a:xfrm>
        </p:grpSpPr>
        <p:sp>
          <p:nvSpPr>
            <p:cNvPr id="200" name="Google Shape;200;p19"/>
            <p:cNvSpPr/>
            <p:nvPr/>
          </p:nvSpPr>
          <p:spPr>
            <a:xfrm>
              <a:off x="0" y="0"/>
              <a:ext cx="885293" cy="129225"/>
            </a:xfrm>
            <a:custGeom>
              <a:rect b="b" l="l" r="r" t="t"/>
              <a:pathLst>
                <a:path extrusionOk="0" h="129225" w="885293">
                  <a:moveTo>
                    <a:pt x="682093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682093" y="129225"/>
                  </a:lnTo>
                  <a:lnTo>
                    <a:pt x="885293" y="64612"/>
                  </a:lnTo>
                  <a:lnTo>
                    <a:pt x="682093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01" name="Google Shape;201;p19"/>
            <p:cNvSpPr txBox="1"/>
            <p:nvPr/>
          </p:nvSpPr>
          <p:spPr>
            <a:xfrm>
              <a:off x="0" y="-19050"/>
              <a:ext cx="770993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9645614" y="4371975"/>
            <a:ext cx="1437137" cy="229635"/>
            <a:chOff x="0" y="-19050"/>
            <a:chExt cx="927958" cy="148275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927958" cy="129225"/>
            </a:xfrm>
            <a:custGeom>
              <a:rect b="b" l="l" r="r" t="t"/>
              <a:pathLst>
                <a:path extrusionOk="0" h="129225" w="927958">
                  <a:moveTo>
                    <a:pt x="724758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724758" y="129225"/>
                  </a:lnTo>
                  <a:lnTo>
                    <a:pt x="927958" y="64612"/>
                  </a:lnTo>
                  <a:lnTo>
                    <a:pt x="724758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04" name="Google Shape;204;p19"/>
            <p:cNvSpPr txBox="1"/>
            <p:nvPr/>
          </p:nvSpPr>
          <p:spPr>
            <a:xfrm>
              <a:off x="0" y="-19050"/>
              <a:ext cx="813658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9"/>
          <p:cNvGrpSpPr/>
          <p:nvPr/>
        </p:nvGrpSpPr>
        <p:grpSpPr>
          <a:xfrm>
            <a:off x="9645614" y="4686407"/>
            <a:ext cx="2404174" cy="229635"/>
            <a:chOff x="0" y="-19050"/>
            <a:chExt cx="1552373" cy="148275"/>
          </a:xfrm>
        </p:grpSpPr>
        <p:sp>
          <p:nvSpPr>
            <p:cNvPr id="206" name="Google Shape;206;p19"/>
            <p:cNvSpPr/>
            <p:nvPr/>
          </p:nvSpPr>
          <p:spPr>
            <a:xfrm>
              <a:off x="0" y="0"/>
              <a:ext cx="1552373" cy="129225"/>
            </a:xfrm>
            <a:custGeom>
              <a:rect b="b" l="l" r="r" t="t"/>
              <a:pathLst>
                <a:path extrusionOk="0" h="129225" w="1552373">
                  <a:moveTo>
                    <a:pt x="1349173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1349173" y="129225"/>
                  </a:lnTo>
                  <a:lnTo>
                    <a:pt x="1552373" y="64612"/>
                  </a:lnTo>
                  <a:lnTo>
                    <a:pt x="1349173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07" name="Google Shape;207;p19"/>
            <p:cNvSpPr txBox="1"/>
            <p:nvPr/>
          </p:nvSpPr>
          <p:spPr>
            <a:xfrm>
              <a:off x="0" y="-19050"/>
              <a:ext cx="1438073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12049788" y="4981257"/>
            <a:ext cx="686278" cy="229635"/>
            <a:chOff x="0" y="-19050"/>
            <a:chExt cx="443129" cy="148275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443129" cy="129225"/>
            </a:xfrm>
            <a:custGeom>
              <a:rect b="b" l="l" r="r" t="t"/>
              <a:pathLst>
                <a:path extrusionOk="0" h="129225" w="443129">
                  <a:moveTo>
                    <a:pt x="239929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239929" y="129225"/>
                  </a:lnTo>
                  <a:lnTo>
                    <a:pt x="443129" y="64612"/>
                  </a:lnTo>
                  <a:lnTo>
                    <a:pt x="239929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10" name="Google Shape;210;p19"/>
            <p:cNvSpPr txBox="1"/>
            <p:nvPr/>
          </p:nvSpPr>
          <p:spPr>
            <a:xfrm>
              <a:off x="0" y="-19050"/>
              <a:ext cx="328829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9"/>
          <p:cNvGrpSpPr/>
          <p:nvPr/>
        </p:nvGrpSpPr>
        <p:grpSpPr>
          <a:xfrm>
            <a:off x="12049788" y="5273037"/>
            <a:ext cx="773094" cy="229635"/>
            <a:chOff x="0" y="-19050"/>
            <a:chExt cx="499186" cy="148275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499186" cy="129225"/>
            </a:xfrm>
            <a:custGeom>
              <a:rect b="b" l="l" r="r" t="t"/>
              <a:pathLst>
                <a:path extrusionOk="0" h="129225" w="499186">
                  <a:moveTo>
                    <a:pt x="295986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295986" y="129225"/>
                  </a:lnTo>
                  <a:lnTo>
                    <a:pt x="499186" y="64612"/>
                  </a:lnTo>
                  <a:lnTo>
                    <a:pt x="295986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13" name="Google Shape;213;p19"/>
            <p:cNvSpPr txBox="1"/>
            <p:nvPr/>
          </p:nvSpPr>
          <p:spPr>
            <a:xfrm>
              <a:off x="0" y="-19050"/>
              <a:ext cx="384886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12049788" y="5568419"/>
            <a:ext cx="1181465" cy="229635"/>
            <a:chOff x="0" y="-19050"/>
            <a:chExt cx="762871" cy="148275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762871" cy="129225"/>
            </a:xfrm>
            <a:custGeom>
              <a:rect b="b" l="l" r="r" t="t"/>
              <a:pathLst>
                <a:path extrusionOk="0" h="129225" w="762871">
                  <a:moveTo>
                    <a:pt x="559671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559671" y="129225"/>
                  </a:lnTo>
                  <a:lnTo>
                    <a:pt x="762871" y="64612"/>
                  </a:lnTo>
                  <a:lnTo>
                    <a:pt x="559671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16" name="Google Shape;216;p19"/>
            <p:cNvSpPr txBox="1"/>
            <p:nvPr/>
          </p:nvSpPr>
          <p:spPr>
            <a:xfrm>
              <a:off x="0" y="-19050"/>
              <a:ext cx="648571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12049788" y="5863801"/>
            <a:ext cx="1346102" cy="229635"/>
            <a:chOff x="0" y="-19050"/>
            <a:chExt cx="869177" cy="148275"/>
          </a:xfrm>
        </p:grpSpPr>
        <p:sp>
          <p:nvSpPr>
            <p:cNvPr id="218" name="Google Shape;218;p19"/>
            <p:cNvSpPr/>
            <p:nvPr/>
          </p:nvSpPr>
          <p:spPr>
            <a:xfrm>
              <a:off x="0" y="0"/>
              <a:ext cx="869177" cy="129225"/>
            </a:xfrm>
            <a:custGeom>
              <a:rect b="b" l="l" r="r" t="t"/>
              <a:pathLst>
                <a:path extrusionOk="0" h="129225" w="869177">
                  <a:moveTo>
                    <a:pt x="665977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665977" y="129225"/>
                  </a:lnTo>
                  <a:lnTo>
                    <a:pt x="869177" y="64612"/>
                  </a:lnTo>
                  <a:lnTo>
                    <a:pt x="665977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19" name="Google Shape;219;p19"/>
            <p:cNvSpPr txBox="1"/>
            <p:nvPr/>
          </p:nvSpPr>
          <p:spPr>
            <a:xfrm>
              <a:off x="0" y="-19050"/>
              <a:ext cx="754877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12049788" y="6159183"/>
            <a:ext cx="1346102" cy="229635"/>
            <a:chOff x="0" y="-19050"/>
            <a:chExt cx="869177" cy="148275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869177" cy="129225"/>
            </a:xfrm>
            <a:custGeom>
              <a:rect b="b" l="l" r="r" t="t"/>
              <a:pathLst>
                <a:path extrusionOk="0" h="129225" w="869177">
                  <a:moveTo>
                    <a:pt x="665977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665977" y="129225"/>
                  </a:lnTo>
                  <a:lnTo>
                    <a:pt x="869177" y="64612"/>
                  </a:lnTo>
                  <a:lnTo>
                    <a:pt x="665977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22" name="Google Shape;222;p19"/>
            <p:cNvSpPr txBox="1"/>
            <p:nvPr/>
          </p:nvSpPr>
          <p:spPr>
            <a:xfrm>
              <a:off x="0" y="-19050"/>
              <a:ext cx="754877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12049788" y="6469748"/>
            <a:ext cx="1418791" cy="229635"/>
            <a:chOff x="0" y="-19050"/>
            <a:chExt cx="916113" cy="148275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0"/>
              <a:ext cx="916113" cy="129225"/>
            </a:xfrm>
            <a:custGeom>
              <a:rect b="b" l="l" r="r" t="t"/>
              <a:pathLst>
                <a:path extrusionOk="0" h="129225" w="916113">
                  <a:moveTo>
                    <a:pt x="712914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712914" y="129225"/>
                  </a:lnTo>
                  <a:lnTo>
                    <a:pt x="916113" y="64612"/>
                  </a:lnTo>
                  <a:lnTo>
                    <a:pt x="712914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25" name="Google Shape;225;p19"/>
            <p:cNvSpPr txBox="1"/>
            <p:nvPr/>
          </p:nvSpPr>
          <p:spPr>
            <a:xfrm>
              <a:off x="0" y="-19050"/>
              <a:ext cx="801814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12049788" y="6765130"/>
            <a:ext cx="1665619" cy="229635"/>
            <a:chOff x="0" y="-19050"/>
            <a:chExt cx="1075489" cy="148275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1075489" cy="129225"/>
            </a:xfrm>
            <a:custGeom>
              <a:rect b="b" l="l" r="r" t="t"/>
              <a:pathLst>
                <a:path extrusionOk="0" h="129225" w="1075489">
                  <a:moveTo>
                    <a:pt x="872289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872289" y="129225"/>
                  </a:lnTo>
                  <a:lnTo>
                    <a:pt x="1075489" y="64612"/>
                  </a:lnTo>
                  <a:lnTo>
                    <a:pt x="872289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28" name="Google Shape;228;p19"/>
            <p:cNvSpPr txBox="1"/>
            <p:nvPr/>
          </p:nvSpPr>
          <p:spPr>
            <a:xfrm>
              <a:off x="0" y="-19050"/>
              <a:ext cx="961189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9"/>
          <p:cNvGrpSpPr/>
          <p:nvPr/>
        </p:nvGrpSpPr>
        <p:grpSpPr>
          <a:xfrm>
            <a:off x="12049788" y="7060512"/>
            <a:ext cx="2039839" cy="229635"/>
            <a:chOff x="0" y="-19050"/>
            <a:chExt cx="1317122" cy="148275"/>
          </a:xfrm>
        </p:grpSpPr>
        <p:sp>
          <p:nvSpPr>
            <p:cNvPr id="230" name="Google Shape;230;p19"/>
            <p:cNvSpPr/>
            <p:nvPr/>
          </p:nvSpPr>
          <p:spPr>
            <a:xfrm>
              <a:off x="0" y="0"/>
              <a:ext cx="1317122" cy="129225"/>
            </a:xfrm>
            <a:custGeom>
              <a:rect b="b" l="l" r="r" t="t"/>
              <a:pathLst>
                <a:path extrusionOk="0" h="129225" w="1317122">
                  <a:moveTo>
                    <a:pt x="1113922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1113922" y="129225"/>
                  </a:lnTo>
                  <a:lnTo>
                    <a:pt x="1317122" y="64612"/>
                  </a:lnTo>
                  <a:lnTo>
                    <a:pt x="1113922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31" name="Google Shape;231;p19"/>
            <p:cNvSpPr txBox="1"/>
            <p:nvPr/>
          </p:nvSpPr>
          <p:spPr>
            <a:xfrm>
              <a:off x="0" y="-19050"/>
              <a:ext cx="1202822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12049788" y="7374943"/>
            <a:ext cx="2318513" cy="229635"/>
            <a:chOff x="0" y="-19050"/>
            <a:chExt cx="1497062" cy="148275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1497062" cy="129225"/>
            </a:xfrm>
            <a:custGeom>
              <a:rect b="b" l="l" r="r" t="t"/>
              <a:pathLst>
                <a:path extrusionOk="0" h="129225" w="1497062">
                  <a:moveTo>
                    <a:pt x="1293862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1293862" y="129225"/>
                  </a:lnTo>
                  <a:lnTo>
                    <a:pt x="1497062" y="64612"/>
                  </a:lnTo>
                  <a:lnTo>
                    <a:pt x="1293862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34" name="Google Shape;234;p19"/>
            <p:cNvSpPr txBox="1"/>
            <p:nvPr/>
          </p:nvSpPr>
          <p:spPr>
            <a:xfrm>
              <a:off x="0" y="-19050"/>
              <a:ext cx="1382762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12049788" y="7670325"/>
            <a:ext cx="2557377" cy="229635"/>
            <a:chOff x="0" y="-19050"/>
            <a:chExt cx="1651296" cy="148275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1651296" cy="129225"/>
            </a:xfrm>
            <a:custGeom>
              <a:rect b="b" l="l" r="r" t="t"/>
              <a:pathLst>
                <a:path extrusionOk="0" h="129225" w="1651296">
                  <a:moveTo>
                    <a:pt x="1448096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1448096" y="129225"/>
                  </a:lnTo>
                  <a:lnTo>
                    <a:pt x="1651296" y="64612"/>
                  </a:lnTo>
                  <a:lnTo>
                    <a:pt x="1448096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37" name="Google Shape;237;p19"/>
            <p:cNvSpPr txBox="1"/>
            <p:nvPr/>
          </p:nvSpPr>
          <p:spPr>
            <a:xfrm>
              <a:off x="0" y="-19050"/>
              <a:ext cx="1536996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9"/>
          <p:cNvGrpSpPr/>
          <p:nvPr/>
        </p:nvGrpSpPr>
        <p:grpSpPr>
          <a:xfrm>
            <a:off x="12049788" y="7965707"/>
            <a:ext cx="2557377" cy="229635"/>
            <a:chOff x="0" y="-19050"/>
            <a:chExt cx="1651296" cy="148275"/>
          </a:xfrm>
        </p:grpSpPr>
        <p:sp>
          <p:nvSpPr>
            <p:cNvPr id="239" name="Google Shape;239;p19"/>
            <p:cNvSpPr/>
            <p:nvPr/>
          </p:nvSpPr>
          <p:spPr>
            <a:xfrm>
              <a:off x="0" y="0"/>
              <a:ext cx="1651296" cy="129225"/>
            </a:xfrm>
            <a:custGeom>
              <a:rect b="b" l="l" r="r" t="t"/>
              <a:pathLst>
                <a:path extrusionOk="0" h="129225" w="1651296">
                  <a:moveTo>
                    <a:pt x="1448096" y="0"/>
                  </a:moveTo>
                  <a:lnTo>
                    <a:pt x="0" y="0"/>
                  </a:lnTo>
                  <a:lnTo>
                    <a:pt x="0" y="129225"/>
                  </a:lnTo>
                  <a:lnTo>
                    <a:pt x="1448096" y="129225"/>
                  </a:lnTo>
                  <a:lnTo>
                    <a:pt x="1651296" y="64612"/>
                  </a:lnTo>
                  <a:lnTo>
                    <a:pt x="1448096" y="0"/>
                  </a:lnTo>
                  <a:close/>
                </a:path>
              </a:pathLst>
            </a:custGeom>
            <a:solidFill>
              <a:srgbClr val="00618A"/>
            </a:solidFill>
            <a:ln>
              <a:noFill/>
            </a:ln>
          </p:spPr>
        </p:sp>
        <p:sp>
          <p:nvSpPr>
            <p:cNvPr id="240" name="Google Shape;240;p19"/>
            <p:cNvSpPr txBox="1"/>
            <p:nvPr/>
          </p:nvSpPr>
          <p:spPr>
            <a:xfrm>
              <a:off x="0" y="-19050"/>
              <a:ext cx="1536996" cy="14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8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246" name="Google Shape;246;p20"/>
          <p:cNvSpPr/>
          <p:nvPr/>
        </p:nvSpPr>
        <p:spPr>
          <a:xfrm>
            <a:off x="14506809" y="-2209631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20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20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20"/>
          <p:cNvSpPr/>
          <p:nvPr/>
        </p:nvSpPr>
        <p:spPr>
          <a:xfrm>
            <a:off x="9950114" y="3310130"/>
            <a:ext cx="7309124" cy="4899304"/>
          </a:xfrm>
          <a:custGeom>
            <a:rect b="b" l="l" r="r" t="t"/>
            <a:pathLst>
              <a:path extrusionOk="0" h="4899304" w="7309124">
                <a:moveTo>
                  <a:pt x="0" y="0"/>
                </a:moveTo>
                <a:lnTo>
                  <a:pt x="7309124" y="0"/>
                </a:lnTo>
                <a:lnTo>
                  <a:pt x="7309124" y="4899304"/>
                </a:lnTo>
                <a:lnTo>
                  <a:pt x="0" y="4899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0" name="Google Shape;250;p20"/>
          <p:cNvCxnSpPr/>
          <p:nvPr/>
        </p:nvCxnSpPr>
        <p:spPr>
          <a:xfrm>
            <a:off x="9950114" y="4197107"/>
            <a:ext cx="7309124" cy="11320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20"/>
          <p:cNvSpPr/>
          <p:nvPr/>
        </p:nvSpPr>
        <p:spPr>
          <a:xfrm rot="1520299">
            <a:off x="3750883" y="6334138"/>
            <a:ext cx="606296" cy="1070721"/>
          </a:xfrm>
          <a:custGeom>
            <a:rect b="b" l="l" r="r" t="t"/>
            <a:pathLst>
              <a:path extrusionOk="0" h="1070721" w="606296">
                <a:moveTo>
                  <a:pt x="0" y="0"/>
                </a:moveTo>
                <a:lnTo>
                  <a:pt x="606296" y="0"/>
                </a:lnTo>
                <a:lnTo>
                  <a:pt x="606296" y="1070722"/>
                </a:lnTo>
                <a:lnTo>
                  <a:pt x="0" y="1070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0"/>
          <p:cNvSpPr/>
          <p:nvPr/>
        </p:nvSpPr>
        <p:spPr>
          <a:xfrm>
            <a:off x="14850802" y="3628829"/>
            <a:ext cx="812706" cy="406353"/>
          </a:xfrm>
          <a:custGeom>
            <a:rect b="b" l="l" r="r" t="t"/>
            <a:pathLst>
              <a:path extrusionOk="0" h="406353" w="812706">
                <a:moveTo>
                  <a:pt x="0" y="0"/>
                </a:moveTo>
                <a:lnTo>
                  <a:pt x="812706" y="0"/>
                </a:lnTo>
                <a:lnTo>
                  <a:pt x="812706" y="406353"/>
                </a:lnTo>
                <a:lnTo>
                  <a:pt x="0" y="406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0"/>
          <p:cNvSpPr/>
          <p:nvPr/>
        </p:nvSpPr>
        <p:spPr>
          <a:xfrm>
            <a:off x="14032061" y="3435898"/>
            <a:ext cx="474749" cy="654415"/>
          </a:xfrm>
          <a:custGeom>
            <a:rect b="b" l="l" r="r" t="t"/>
            <a:pathLst>
              <a:path extrusionOk="0" h="654415" w="474749">
                <a:moveTo>
                  <a:pt x="0" y="0"/>
                </a:moveTo>
                <a:lnTo>
                  <a:pt x="474748" y="0"/>
                </a:lnTo>
                <a:lnTo>
                  <a:pt x="474748" y="654415"/>
                </a:lnTo>
                <a:lnTo>
                  <a:pt x="0" y="654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20"/>
          <p:cNvSpPr/>
          <p:nvPr/>
        </p:nvSpPr>
        <p:spPr>
          <a:xfrm>
            <a:off x="12886549" y="4403104"/>
            <a:ext cx="697823" cy="740396"/>
          </a:xfrm>
          <a:custGeom>
            <a:rect b="b" l="l" r="r" t="t"/>
            <a:pathLst>
              <a:path extrusionOk="0" h="740396" w="697823">
                <a:moveTo>
                  <a:pt x="0" y="0"/>
                </a:moveTo>
                <a:lnTo>
                  <a:pt x="697823" y="0"/>
                </a:lnTo>
                <a:lnTo>
                  <a:pt x="697823" y="740396"/>
                </a:lnTo>
                <a:lnTo>
                  <a:pt x="0" y="740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0"/>
          <p:cNvSpPr/>
          <p:nvPr/>
        </p:nvSpPr>
        <p:spPr>
          <a:xfrm>
            <a:off x="13623038" y="4497341"/>
            <a:ext cx="883772" cy="504553"/>
          </a:xfrm>
          <a:custGeom>
            <a:rect b="b" l="l" r="r" t="t"/>
            <a:pathLst>
              <a:path extrusionOk="0" h="504553" w="883772">
                <a:moveTo>
                  <a:pt x="0" y="0"/>
                </a:moveTo>
                <a:lnTo>
                  <a:pt x="883771" y="0"/>
                </a:lnTo>
                <a:lnTo>
                  <a:pt x="883771" y="504553"/>
                </a:lnTo>
                <a:lnTo>
                  <a:pt x="0" y="504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/>
          <p:nvPr/>
        </p:nvSpPr>
        <p:spPr>
          <a:xfrm>
            <a:off x="11316760" y="6075327"/>
            <a:ext cx="715932" cy="369681"/>
          </a:xfrm>
          <a:custGeom>
            <a:rect b="b" l="l" r="r" t="t"/>
            <a:pathLst>
              <a:path extrusionOk="0" h="369681" w="715932">
                <a:moveTo>
                  <a:pt x="0" y="0"/>
                </a:moveTo>
                <a:lnTo>
                  <a:pt x="715932" y="0"/>
                </a:lnTo>
                <a:lnTo>
                  <a:pt x="715932" y="369681"/>
                </a:lnTo>
                <a:lnTo>
                  <a:pt x="0" y="369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20"/>
          <p:cNvSpPr/>
          <p:nvPr/>
        </p:nvSpPr>
        <p:spPr>
          <a:xfrm>
            <a:off x="10886419" y="6698402"/>
            <a:ext cx="683661" cy="784690"/>
          </a:xfrm>
          <a:custGeom>
            <a:rect b="b" l="l" r="r" t="t"/>
            <a:pathLst>
              <a:path extrusionOk="0" h="784690" w="683661">
                <a:moveTo>
                  <a:pt x="0" y="0"/>
                </a:moveTo>
                <a:lnTo>
                  <a:pt x="683661" y="0"/>
                </a:lnTo>
                <a:lnTo>
                  <a:pt x="683661" y="784690"/>
                </a:lnTo>
                <a:lnTo>
                  <a:pt x="0" y="78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0"/>
          <p:cNvSpPr/>
          <p:nvPr/>
        </p:nvSpPr>
        <p:spPr>
          <a:xfrm>
            <a:off x="11843713" y="6698402"/>
            <a:ext cx="747561" cy="804911"/>
          </a:xfrm>
          <a:custGeom>
            <a:rect b="b" l="l" r="r" t="t"/>
            <a:pathLst>
              <a:path extrusionOk="0" h="804911" w="747561">
                <a:moveTo>
                  <a:pt x="0" y="0"/>
                </a:moveTo>
                <a:lnTo>
                  <a:pt x="747561" y="0"/>
                </a:lnTo>
                <a:lnTo>
                  <a:pt x="747561" y="804911"/>
                </a:lnTo>
                <a:lnTo>
                  <a:pt x="0" y="804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0"/>
          <p:cNvSpPr/>
          <p:nvPr/>
        </p:nvSpPr>
        <p:spPr>
          <a:xfrm>
            <a:off x="14990477" y="6969957"/>
            <a:ext cx="533356" cy="533356"/>
          </a:xfrm>
          <a:custGeom>
            <a:rect b="b" l="l" r="r" t="t"/>
            <a:pathLst>
              <a:path extrusionOk="0" h="533356" w="533356">
                <a:moveTo>
                  <a:pt x="0" y="0"/>
                </a:moveTo>
                <a:lnTo>
                  <a:pt x="533356" y="0"/>
                </a:lnTo>
                <a:lnTo>
                  <a:pt x="533356" y="533356"/>
                </a:lnTo>
                <a:lnTo>
                  <a:pt x="0" y="533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0"/>
          <p:cNvSpPr/>
          <p:nvPr/>
        </p:nvSpPr>
        <p:spPr>
          <a:xfrm>
            <a:off x="15800058" y="7115143"/>
            <a:ext cx="712578" cy="367950"/>
          </a:xfrm>
          <a:custGeom>
            <a:rect b="b" l="l" r="r" t="t"/>
            <a:pathLst>
              <a:path extrusionOk="0" h="367950" w="712578">
                <a:moveTo>
                  <a:pt x="0" y="0"/>
                </a:moveTo>
                <a:lnTo>
                  <a:pt x="712578" y="0"/>
                </a:lnTo>
                <a:lnTo>
                  <a:pt x="712578" y="367949"/>
                </a:lnTo>
                <a:lnTo>
                  <a:pt x="0" y="367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0"/>
          <p:cNvSpPr/>
          <p:nvPr/>
        </p:nvSpPr>
        <p:spPr>
          <a:xfrm>
            <a:off x="3438115" y="4036670"/>
            <a:ext cx="1231832" cy="980986"/>
          </a:xfrm>
          <a:custGeom>
            <a:rect b="b" l="l" r="r" t="t"/>
            <a:pathLst>
              <a:path extrusionOk="0" h="980986" w="1231832">
                <a:moveTo>
                  <a:pt x="0" y="0"/>
                </a:moveTo>
                <a:lnTo>
                  <a:pt x="1231831" y="0"/>
                </a:lnTo>
                <a:lnTo>
                  <a:pt x="1231831" y="980986"/>
                </a:lnTo>
                <a:lnTo>
                  <a:pt x="0" y="98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0"/>
          <p:cNvSpPr txBox="1"/>
          <p:nvPr/>
        </p:nvSpPr>
        <p:spPr>
          <a:xfrm>
            <a:off x="6448276" y="604690"/>
            <a:ext cx="6148742" cy="5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software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1915505" y="3594916"/>
            <a:ext cx="1363025" cy="317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2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HOSTING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13376860" y="5262233"/>
            <a:ext cx="1363025" cy="2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12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BBDD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1316760" y="7635252"/>
            <a:ext cx="1363025" cy="2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12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FRONT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5257155" y="7635252"/>
            <a:ext cx="1363025" cy="2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12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/>
          </a:p>
        </p:txBody>
      </p:sp>
      <p:cxnSp>
        <p:nvCxnSpPr>
          <p:cNvPr id="267" name="Google Shape;267;p20"/>
          <p:cNvCxnSpPr/>
          <p:nvPr/>
        </p:nvCxnSpPr>
        <p:spPr>
          <a:xfrm>
            <a:off x="4919890" y="4393579"/>
            <a:ext cx="2194224" cy="19050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0"/>
          <p:cNvCxnSpPr/>
          <p:nvPr/>
        </p:nvCxnSpPr>
        <p:spPr>
          <a:xfrm>
            <a:off x="4919725" y="6896527"/>
            <a:ext cx="2194224" cy="19050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0"/>
          <p:cNvCxnSpPr/>
          <p:nvPr/>
        </p:nvCxnSpPr>
        <p:spPr>
          <a:xfrm rot="10800000">
            <a:off x="7114279" y="4403104"/>
            <a:ext cx="0" cy="2531522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0"/>
          <p:cNvCxnSpPr/>
          <p:nvPr/>
        </p:nvCxnSpPr>
        <p:spPr>
          <a:xfrm flipH="1" rot="10800000">
            <a:off x="7114279" y="5527492"/>
            <a:ext cx="2638902" cy="19050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1" name="Google Shape;271;p20"/>
          <p:cNvCxnSpPr/>
          <p:nvPr/>
        </p:nvCxnSpPr>
        <p:spPr>
          <a:xfrm rot="10800000">
            <a:off x="13642088" y="8209434"/>
            <a:ext cx="0" cy="897811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0"/>
          <p:cNvCxnSpPr/>
          <p:nvPr/>
        </p:nvCxnSpPr>
        <p:spPr>
          <a:xfrm flipH="1" rot="10800000">
            <a:off x="407951" y="9088196"/>
            <a:ext cx="13233972" cy="19049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0"/>
          <p:cNvCxnSpPr/>
          <p:nvPr/>
        </p:nvCxnSpPr>
        <p:spPr>
          <a:xfrm flipH="1" rot="10800000">
            <a:off x="407785" y="5608448"/>
            <a:ext cx="165" cy="3517848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0"/>
          <p:cNvCxnSpPr/>
          <p:nvPr/>
        </p:nvCxnSpPr>
        <p:spPr>
          <a:xfrm flipH="1" rot="10800000">
            <a:off x="2243290" y="5107324"/>
            <a:ext cx="707942" cy="484884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5" name="Google Shape;275;p20"/>
          <p:cNvCxnSpPr/>
          <p:nvPr/>
        </p:nvCxnSpPr>
        <p:spPr>
          <a:xfrm>
            <a:off x="407951" y="5592208"/>
            <a:ext cx="1831389" cy="16240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20"/>
          <p:cNvCxnSpPr/>
          <p:nvPr/>
        </p:nvCxnSpPr>
        <p:spPr>
          <a:xfrm>
            <a:off x="2239560" y="5589399"/>
            <a:ext cx="555286" cy="654179"/>
          </a:xfrm>
          <a:prstGeom prst="straightConnector1">
            <a:avLst/>
          </a:prstGeom>
          <a:noFill/>
          <a:ln cap="flat" cmpd="sng" w="38100">
            <a:solidFill>
              <a:srgbClr val="5CDFE5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6574661" y="-2875072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21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1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21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85" name="Google Shape;285;p21"/>
          <p:cNvGraphicFramePr/>
          <p:nvPr/>
        </p:nvGraphicFramePr>
        <p:xfrm>
          <a:off x="1352874" y="3478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{856542CA-C6C0-46E8-AC23-5A9FC3C85B52}</a:tableStyleId>
              </a:tblPr>
              <a:tblGrid>
                <a:gridCol w="2438800"/>
                <a:gridCol w="2438800"/>
              </a:tblGrid>
              <a:tr h="8071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usuario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E1F9"/>
                    </a:solidFill>
                  </a:tcPr>
                </a:tc>
                <a:tc hMerge="1"/>
              </a:tr>
              <a:tr h="80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int(PK)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nombre_usuario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contrasena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varchar(15)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21"/>
          <p:cNvSpPr txBox="1"/>
          <p:nvPr/>
        </p:nvSpPr>
        <p:spPr>
          <a:xfrm>
            <a:off x="1999984" y="1313267"/>
            <a:ext cx="7706404" cy="180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8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Modelo de Datos</a:t>
            </a:r>
            <a:endParaRPr/>
          </a:p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198" u="none" cap="none" strike="noStrike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aphicFrame>
        <p:nvGraphicFramePr>
          <p:cNvPr id="287" name="Google Shape;287;p21"/>
          <p:cNvGraphicFramePr/>
          <p:nvPr/>
        </p:nvGraphicFramePr>
        <p:xfrm>
          <a:off x="9955271" y="2040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{856542CA-C6C0-46E8-AC23-5A9FC3C85B52}</a:tableStyleId>
              </a:tblPr>
              <a:tblGrid>
                <a:gridCol w="3908300"/>
                <a:gridCol w="3908300"/>
              </a:tblGrid>
              <a:tr h="8043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inventario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E1F9"/>
                    </a:solidFill>
                  </a:tcPr>
                </a:tc>
                <a:tc hMerge="1"/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int(PK)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numero_serie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varchar(30)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fecha_registro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usuario_id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int(FK)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4E1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88" name="Google Shape;288;p21"/>
          <p:cNvCxnSpPr/>
          <p:nvPr/>
        </p:nvCxnSpPr>
        <p:spPr>
          <a:xfrm>
            <a:off x="6230489" y="5143500"/>
            <a:ext cx="3699751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21"/>
          <p:cNvCxnSpPr/>
          <p:nvPr/>
        </p:nvCxnSpPr>
        <p:spPr>
          <a:xfrm flipH="1" rot="10800000">
            <a:off x="9468627" y="4995121"/>
            <a:ext cx="481682" cy="12998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1"/>
          <p:cNvCxnSpPr/>
          <p:nvPr/>
        </p:nvCxnSpPr>
        <p:spPr>
          <a:xfrm>
            <a:off x="9473082" y="5161317"/>
            <a:ext cx="466612" cy="17659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21"/>
          <p:cNvCxnSpPr/>
          <p:nvPr/>
        </p:nvCxnSpPr>
        <p:spPr>
          <a:xfrm flipH="1" rot="10800000">
            <a:off x="6235452" y="5161892"/>
            <a:ext cx="481682" cy="12998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6237232" y="4930693"/>
            <a:ext cx="466612" cy="17659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298" name="Google Shape;298;p22"/>
          <p:cNvSpPr/>
          <p:nvPr/>
        </p:nvSpPr>
        <p:spPr>
          <a:xfrm>
            <a:off x="14689961" y="-133509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22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2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2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2"/>
          <p:cNvSpPr/>
          <p:nvPr/>
        </p:nvSpPr>
        <p:spPr>
          <a:xfrm>
            <a:off x="1112518" y="4196734"/>
            <a:ext cx="1569860" cy="2163967"/>
          </a:xfrm>
          <a:custGeom>
            <a:rect b="b" l="l" r="r" t="t"/>
            <a:pathLst>
              <a:path extrusionOk="0" h="2163967" w="1569860">
                <a:moveTo>
                  <a:pt x="0" y="0"/>
                </a:moveTo>
                <a:lnTo>
                  <a:pt x="1569860" y="0"/>
                </a:lnTo>
                <a:lnTo>
                  <a:pt x="1569860" y="2163967"/>
                </a:lnTo>
                <a:lnTo>
                  <a:pt x="0" y="2163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2"/>
          <p:cNvSpPr/>
          <p:nvPr/>
        </p:nvSpPr>
        <p:spPr>
          <a:xfrm>
            <a:off x="5049705" y="3084168"/>
            <a:ext cx="3496028" cy="1748014"/>
          </a:xfrm>
          <a:custGeom>
            <a:rect b="b" l="l" r="r" t="t"/>
            <a:pathLst>
              <a:path extrusionOk="0" h="1748014" w="3496028">
                <a:moveTo>
                  <a:pt x="0" y="0"/>
                </a:moveTo>
                <a:lnTo>
                  <a:pt x="3496028" y="0"/>
                </a:lnTo>
                <a:lnTo>
                  <a:pt x="3496028" y="1748014"/>
                </a:lnTo>
                <a:lnTo>
                  <a:pt x="0" y="1748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22"/>
          <p:cNvSpPr/>
          <p:nvPr/>
        </p:nvSpPr>
        <p:spPr>
          <a:xfrm>
            <a:off x="9988779" y="3362015"/>
            <a:ext cx="2269121" cy="1192320"/>
          </a:xfrm>
          <a:custGeom>
            <a:rect b="b" l="l" r="r" t="t"/>
            <a:pathLst>
              <a:path extrusionOk="0" h="1192320" w="2269121">
                <a:moveTo>
                  <a:pt x="0" y="0"/>
                </a:moveTo>
                <a:lnTo>
                  <a:pt x="2269120" y="0"/>
                </a:lnTo>
                <a:lnTo>
                  <a:pt x="2269120" y="1192320"/>
                </a:lnTo>
                <a:lnTo>
                  <a:pt x="0" y="119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2"/>
          <p:cNvSpPr/>
          <p:nvPr/>
        </p:nvSpPr>
        <p:spPr>
          <a:xfrm>
            <a:off x="13959564" y="3362015"/>
            <a:ext cx="2411552" cy="1245238"/>
          </a:xfrm>
          <a:custGeom>
            <a:rect b="b" l="l" r="r" t="t"/>
            <a:pathLst>
              <a:path extrusionOk="0" h="1245238" w="2411552">
                <a:moveTo>
                  <a:pt x="0" y="0"/>
                </a:moveTo>
                <a:lnTo>
                  <a:pt x="2411552" y="0"/>
                </a:lnTo>
                <a:lnTo>
                  <a:pt x="2411552" y="1245238"/>
                </a:lnTo>
                <a:lnTo>
                  <a:pt x="0" y="1245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22"/>
          <p:cNvSpPr/>
          <p:nvPr/>
        </p:nvSpPr>
        <p:spPr>
          <a:xfrm>
            <a:off x="5411023" y="6822823"/>
            <a:ext cx="1434100" cy="1434100"/>
          </a:xfrm>
          <a:custGeom>
            <a:rect b="b" l="l" r="r" t="t"/>
            <a:pathLst>
              <a:path extrusionOk="0" h="1434100" w="1434100">
                <a:moveTo>
                  <a:pt x="0" y="0"/>
                </a:moveTo>
                <a:lnTo>
                  <a:pt x="1434100" y="0"/>
                </a:lnTo>
                <a:lnTo>
                  <a:pt x="1434100" y="1434101"/>
                </a:lnTo>
                <a:lnTo>
                  <a:pt x="0" y="1434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2"/>
          <p:cNvSpPr/>
          <p:nvPr/>
        </p:nvSpPr>
        <p:spPr>
          <a:xfrm>
            <a:off x="10334890" y="6366841"/>
            <a:ext cx="1619649" cy="1858994"/>
          </a:xfrm>
          <a:custGeom>
            <a:rect b="b" l="l" r="r" t="t"/>
            <a:pathLst>
              <a:path extrusionOk="0" h="1858994" w="1619649">
                <a:moveTo>
                  <a:pt x="0" y="0"/>
                </a:moveTo>
                <a:lnTo>
                  <a:pt x="1619649" y="0"/>
                </a:lnTo>
                <a:lnTo>
                  <a:pt x="1619649" y="1858994"/>
                </a:lnTo>
                <a:lnTo>
                  <a:pt x="0" y="1858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22"/>
          <p:cNvSpPr/>
          <p:nvPr/>
        </p:nvSpPr>
        <p:spPr>
          <a:xfrm>
            <a:off x="13672342" y="5995730"/>
            <a:ext cx="2305527" cy="2482398"/>
          </a:xfrm>
          <a:custGeom>
            <a:rect b="b" l="l" r="r" t="t"/>
            <a:pathLst>
              <a:path extrusionOk="0" h="2482398" w="2305527">
                <a:moveTo>
                  <a:pt x="0" y="0"/>
                </a:moveTo>
                <a:lnTo>
                  <a:pt x="2305527" y="0"/>
                </a:lnTo>
                <a:lnTo>
                  <a:pt x="2305527" y="2482398"/>
                </a:lnTo>
                <a:lnTo>
                  <a:pt x="0" y="2482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2"/>
          <p:cNvSpPr txBox="1"/>
          <p:nvPr/>
        </p:nvSpPr>
        <p:spPr>
          <a:xfrm>
            <a:off x="3758667" y="923925"/>
            <a:ext cx="10053533" cy="920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98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Tecnologías utilizadas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1473998" y="6581607"/>
            <a:ext cx="1440163" cy="41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Hosting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5049705" y="4926733"/>
            <a:ext cx="3735728" cy="41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Control de HOSTING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10403257" y="4615415"/>
            <a:ext cx="1440163" cy="41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BBDD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4352810" y="4785920"/>
            <a:ext cx="1625059" cy="41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Lenguaje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4127650" y="8386820"/>
            <a:ext cx="4000847" cy="335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interactivas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9842997" y="8427096"/>
            <a:ext cx="4000847" cy="335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Estructura de la Pagina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14352810" y="8743155"/>
            <a:ext cx="1067626" cy="335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3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Diseño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322" name="Google Shape;322;p23"/>
          <p:cNvSpPr/>
          <p:nvPr/>
        </p:nvSpPr>
        <p:spPr>
          <a:xfrm>
            <a:off x="14689961" y="-133509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23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3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23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6" name="Google Shape;32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5994" y="2023897"/>
            <a:ext cx="12861161" cy="723440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7546258" y="513202"/>
            <a:ext cx="3195483" cy="646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04E1F9"/>
                </a:solidFill>
                <a:latin typeface="Ultra"/>
                <a:ea typeface="Ultra"/>
                <a:cs typeface="Ultra"/>
                <a:sym typeface="Ultra"/>
              </a:rPr>
              <a:t>Video 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333" name="Google Shape;333;p24"/>
          <p:cNvSpPr/>
          <p:nvPr/>
        </p:nvSpPr>
        <p:spPr>
          <a:xfrm>
            <a:off x="14689961" y="-133509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24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24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24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4"/>
          <p:cNvSpPr txBox="1"/>
          <p:nvPr/>
        </p:nvSpPr>
        <p:spPr>
          <a:xfrm>
            <a:off x="3758667" y="914400"/>
            <a:ext cx="10053533" cy="99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98" u="none" cap="none" strike="noStrike">
                <a:solidFill>
                  <a:srgbClr val="04E1F9"/>
                </a:solidFill>
                <a:latin typeface="Ultra"/>
                <a:ea typeface="Ultra"/>
                <a:cs typeface="Ultra"/>
                <a:sym typeface="Ultra"/>
              </a:rPr>
              <a:t>Resultados obtenidos</a:t>
            </a:r>
            <a:endParaRPr/>
          </a:p>
        </p:txBody>
      </p:sp>
      <p:grpSp>
        <p:nvGrpSpPr>
          <p:cNvPr id="338" name="Google Shape;338;p24"/>
          <p:cNvGrpSpPr/>
          <p:nvPr/>
        </p:nvGrpSpPr>
        <p:grpSpPr>
          <a:xfrm>
            <a:off x="512825" y="2904512"/>
            <a:ext cx="14744330" cy="641463"/>
            <a:chOff x="0" y="-38100"/>
            <a:chExt cx="10217043" cy="444500"/>
          </a:xfrm>
        </p:grpSpPr>
        <p:sp>
          <p:nvSpPr>
            <p:cNvPr id="339" name="Google Shape;339;p24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24"/>
          <p:cNvSpPr/>
          <p:nvPr/>
        </p:nvSpPr>
        <p:spPr>
          <a:xfrm>
            <a:off x="512825" y="2566916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6"/>
                </a:lnTo>
                <a:lnTo>
                  <a:pt x="0" y="785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24"/>
          <p:cNvSpPr txBox="1"/>
          <p:nvPr/>
        </p:nvSpPr>
        <p:spPr>
          <a:xfrm>
            <a:off x="1111831" y="3048349"/>
            <a:ext cx="13536057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logró identificar equipos tecnológicos mediante códigos QR de forma rápida y efectiva.</a:t>
            </a:r>
            <a:endParaRPr/>
          </a:p>
        </p:txBody>
      </p:sp>
      <p:grpSp>
        <p:nvGrpSpPr>
          <p:cNvPr id="343" name="Google Shape;343;p24"/>
          <p:cNvGrpSpPr/>
          <p:nvPr/>
        </p:nvGrpSpPr>
        <p:grpSpPr>
          <a:xfrm>
            <a:off x="512825" y="4083595"/>
            <a:ext cx="14744330" cy="641463"/>
            <a:chOff x="0" y="-38100"/>
            <a:chExt cx="10217043" cy="444500"/>
          </a:xfrm>
        </p:grpSpPr>
        <p:sp>
          <p:nvSpPr>
            <p:cNvPr id="344" name="Google Shape;344;p24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4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4"/>
          <p:cNvSpPr/>
          <p:nvPr/>
        </p:nvSpPr>
        <p:spPr>
          <a:xfrm>
            <a:off x="512825" y="3746000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24"/>
          <p:cNvSpPr txBox="1"/>
          <p:nvPr/>
        </p:nvSpPr>
        <p:spPr>
          <a:xfrm>
            <a:off x="1111831" y="4227433"/>
            <a:ext cx="11699605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sistema actualiza el inventario en tiempo real </a:t>
            </a:r>
            <a:endParaRPr/>
          </a:p>
        </p:txBody>
      </p:sp>
      <p:grpSp>
        <p:nvGrpSpPr>
          <p:cNvPr id="348" name="Google Shape;348;p24"/>
          <p:cNvGrpSpPr/>
          <p:nvPr/>
        </p:nvGrpSpPr>
        <p:grpSpPr>
          <a:xfrm>
            <a:off x="512825" y="5218776"/>
            <a:ext cx="14744330" cy="641463"/>
            <a:chOff x="0" y="-38100"/>
            <a:chExt cx="10217043" cy="444500"/>
          </a:xfrm>
        </p:grpSpPr>
        <p:sp>
          <p:nvSpPr>
            <p:cNvPr id="349" name="Google Shape;349;p24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4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24"/>
          <p:cNvSpPr/>
          <p:nvPr/>
        </p:nvSpPr>
        <p:spPr>
          <a:xfrm>
            <a:off x="512825" y="4881181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24"/>
          <p:cNvSpPr txBox="1"/>
          <p:nvPr/>
        </p:nvSpPr>
        <p:spPr>
          <a:xfrm>
            <a:off x="1111831" y="5362614"/>
            <a:ext cx="11699605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app funciona de manera estable en dispositivos móviles</a:t>
            </a:r>
            <a:endParaRPr/>
          </a:p>
        </p:txBody>
      </p:sp>
      <p:grpSp>
        <p:nvGrpSpPr>
          <p:cNvPr id="353" name="Google Shape;353;p24"/>
          <p:cNvGrpSpPr/>
          <p:nvPr/>
        </p:nvGrpSpPr>
        <p:grpSpPr>
          <a:xfrm>
            <a:off x="512825" y="6474060"/>
            <a:ext cx="14744330" cy="641463"/>
            <a:chOff x="0" y="-38100"/>
            <a:chExt cx="10217043" cy="444500"/>
          </a:xfrm>
        </p:grpSpPr>
        <p:sp>
          <p:nvSpPr>
            <p:cNvPr id="354" name="Google Shape;354;p24"/>
            <p:cNvSpPr/>
            <p:nvPr/>
          </p:nvSpPr>
          <p:spPr>
            <a:xfrm>
              <a:off x="0" y="0"/>
              <a:ext cx="10217043" cy="406400"/>
            </a:xfrm>
            <a:custGeom>
              <a:rect b="b" l="l" r="r" t="t"/>
              <a:pathLst>
                <a:path extrusionOk="0" h="406400" w="10217043">
                  <a:moveTo>
                    <a:pt x="10013843" y="0"/>
                  </a:moveTo>
                  <a:cubicBezTo>
                    <a:pt x="10126067" y="0"/>
                    <a:pt x="10217043" y="90976"/>
                    <a:pt x="10217043" y="203200"/>
                  </a:cubicBezTo>
                  <a:cubicBezTo>
                    <a:pt x="10217043" y="315424"/>
                    <a:pt x="10126067" y="406400"/>
                    <a:pt x="10013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2832"/>
                </a:gs>
                <a:gs pos="100000">
                  <a:srgbClr val="00B1C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0" y="-38100"/>
              <a:ext cx="10217043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4"/>
          <p:cNvSpPr/>
          <p:nvPr/>
        </p:nvSpPr>
        <p:spPr>
          <a:xfrm>
            <a:off x="512825" y="6136464"/>
            <a:ext cx="4486604" cy="785156"/>
          </a:xfrm>
          <a:custGeom>
            <a:rect b="b" l="l" r="r" t="t"/>
            <a:pathLst>
              <a:path extrusionOk="0"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5"/>
                </a:lnTo>
                <a:lnTo>
                  <a:pt x="0" y="78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24"/>
          <p:cNvSpPr txBox="1"/>
          <p:nvPr/>
        </p:nvSpPr>
        <p:spPr>
          <a:xfrm>
            <a:off x="1111831" y="6617897"/>
            <a:ext cx="11699605" cy="38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facilita el control y organización de equipos dentro de una empresa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363" name="Google Shape;363;p25"/>
          <p:cNvSpPr/>
          <p:nvPr/>
        </p:nvSpPr>
        <p:spPr>
          <a:xfrm>
            <a:off x="14689961" y="-133509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25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25"/>
          <p:cNvSpPr/>
          <p:nvPr/>
        </p:nvSpPr>
        <p:spPr>
          <a:xfrm>
            <a:off x="0" y="0"/>
            <a:ext cx="2225037" cy="1398992"/>
          </a:xfrm>
          <a:custGeom>
            <a:rect b="b" l="l" r="r" t="t"/>
            <a:pathLst>
              <a:path extrusionOk="0" h="1398992" w="2225037">
                <a:moveTo>
                  <a:pt x="0" y="0"/>
                </a:moveTo>
                <a:lnTo>
                  <a:pt x="2225037" y="0"/>
                </a:lnTo>
                <a:lnTo>
                  <a:pt x="2225037" y="1398992"/>
                </a:lnTo>
                <a:lnTo>
                  <a:pt x="0" y="139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5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25"/>
          <p:cNvSpPr/>
          <p:nvPr/>
        </p:nvSpPr>
        <p:spPr>
          <a:xfrm>
            <a:off x="13827674" y="3050505"/>
            <a:ext cx="2721412" cy="1840355"/>
          </a:xfrm>
          <a:custGeom>
            <a:rect b="b" l="l" r="r" t="t"/>
            <a:pathLst>
              <a:path extrusionOk="0" h="1840355" w="2721412">
                <a:moveTo>
                  <a:pt x="0" y="0"/>
                </a:moveTo>
                <a:lnTo>
                  <a:pt x="2721412" y="0"/>
                </a:lnTo>
                <a:lnTo>
                  <a:pt x="2721412" y="1840355"/>
                </a:lnTo>
                <a:lnTo>
                  <a:pt x="0" y="1840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8" name="Google Shape;368;p25"/>
          <p:cNvSpPr/>
          <p:nvPr/>
        </p:nvSpPr>
        <p:spPr>
          <a:xfrm>
            <a:off x="12597209" y="3499037"/>
            <a:ext cx="736356" cy="702299"/>
          </a:xfrm>
          <a:custGeom>
            <a:rect b="b" l="l" r="r" t="t"/>
            <a:pathLst>
              <a:path extrusionOk="0" h="702299" w="736356">
                <a:moveTo>
                  <a:pt x="0" y="0"/>
                </a:moveTo>
                <a:lnTo>
                  <a:pt x="736356" y="0"/>
                </a:lnTo>
                <a:lnTo>
                  <a:pt x="736356" y="702299"/>
                </a:lnTo>
                <a:lnTo>
                  <a:pt x="0" y="702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69" name="Google Shape;36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43382" y="6249725"/>
            <a:ext cx="1499663" cy="225513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/>
          <p:nvPr/>
        </p:nvSpPr>
        <p:spPr>
          <a:xfrm>
            <a:off x="13532581" y="6542373"/>
            <a:ext cx="1724574" cy="2179557"/>
          </a:xfrm>
          <a:custGeom>
            <a:rect b="b" l="l" r="r" t="t"/>
            <a:pathLst>
              <a:path extrusionOk="0" h="2179557" w="1724574">
                <a:moveTo>
                  <a:pt x="0" y="0"/>
                </a:moveTo>
                <a:lnTo>
                  <a:pt x="1724574" y="0"/>
                </a:lnTo>
                <a:lnTo>
                  <a:pt x="1724574" y="2179557"/>
                </a:lnTo>
                <a:lnTo>
                  <a:pt x="0" y="21795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1" name="Google Shape;371;p25"/>
          <p:cNvSpPr txBox="1"/>
          <p:nvPr/>
        </p:nvSpPr>
        <p:spPr>
          <a:xfrm>
            <a:off x="2225037" y="729027"/>
            <a:ext cx="12308633" cy="669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8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Obstáculos presentados durante el desarrollo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473152" y="3479987"/>
            <a:ext cx="8670848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Dependencia de conexión a internet para actualizar datos en tiempo real.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473152" y="6964541"/>
            <a:ext cx="8809812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4E1F9"/>
                </a:solidFill>
                <a:latin typeface="Montserrat"/>
                <a:ea typeface="Montserrat"/>
                <a:cs typeface="Montserrat"/>
                <a:sym typeface="Montserrat"/>
              </a:rPr>
              <a:t>La coordinación y falta de tiempo por el equipo de trabajo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48" r="-6249" t="0"/>
            </a:stretch>
          </a:blipFill>
          <a:ln>
            <a:noFill/>
          </a:ln>
        </p:spPr>
      </p:sp>
      <p:sp>
        <p:nvSpPr>
          <p:cNvPr id="379" name="Google Shape;379;p26"/>
          <p:cNvSpPr/>
          <p:nvPr/>
        </p:nvSpPr>
        <p:spPr>
          <a:xfrm>
            <a:off x="14689961" y="-1335094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6"/>
          <p:cNvSpPr/>
          <p:nvPr/>
        </p:nvSpPr>
        <p:spPr>
          <a:xfrm>
            <a:off x="-832600" y="8721930"/>
            <a:ext cx="5138677" cy="4419262"/>
          </a:xfrm>
          <a:custGeom>
            <a:rect b="b" l="l" r="r" t="t"/>
            <a:pathLst>
              <a:path extrusionOk="0"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6"/>
          <p:cNvSpPr/>
          <p:nvPr/>
        </p:nvSpPr>
        <p:spPr>
          <a:xfrm>
            <a:off x="7051416" y="2303723"/>
            <a:ext cx="10207884" cy="6418207"/>
          </a:xfrm>
          <a:custGeom>
            <a:rect b="b" l="l" r="r" t="t"/>
            <a:pathLst>
              <a:path extrusionOk="0" h="6418207" w="10207884">
                <a:moveTo>
                  <a:pt x="0" y="0"/>
                </a:moveTo>
                <a:lnTo>
                  <a:pt x="10207884" y="0"/>
                </a:lnTo>
                <a:lnTo>
                  <a:pt x="10207884" y="6418207"/>
                </a:lnTo>
                <a:lnTo>
                  <a:pt x="0" y="64182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6"/>
          <p:cNvSpPr/>
          <p:nvPr/>
        </p:nvSpPr>
        <p:spPr>
          <a:xfrm>
            <a:off x="15257155" y="9184875"/>
            <a:ext cx="3030845" cy="1102125"/>
          </a:xfrm>
          <a:custGeom>
            <a:rect b="b" l="l" r="r" t="t"/>
            <a:pathLst>
              <a:path extrusionOk="0" h="1102125" w="3030845">
                <a:moveTo>
                  <a:pt x="0" y="0"/>
                </a:moveTo>
                <a:lnTo>
                  <a:pt x="3030845" y="0"/>
                </a:lnTo>
                <a:lnTo>
                  <a:pt x="3030845" y="1102125"/>
                </a:lnTo>
                <a:lnTo>
                  <a:pt x="0" y="110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26"/>
          <p:cNvSpPr txBox="1"/>
          <p:nvPr/>
        </p:nvSpPr>
        <p:spPr>
          <a:xfrm>
            <a:off x="-196030" y="2168310"/>
            <a:ext cx="10209444" cy="3344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2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PREGUNTAS</a:t>
            </a:r>
            <a:endParaRPr/>
          </a:p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2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DE LA</a:t>
            </a:r>
            <a:endParaRPr/>
          </a:p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24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COMISIÓN</a:t>
            </a:r>
            <a:endParaRPr/>
          </a:p>
          <a:p>
            <a:pPr indent="0" lvl="0" marL="0" marR="0" rtl="0" algn="l">
              <a:lnSpc>
                <a:spcPct val="88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224" u="none" cap="none" strike="noStrike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